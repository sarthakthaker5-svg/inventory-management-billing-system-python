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6" r:id="rId9"/>
    <p:sldId id="268" r:id="rId10"/>
    <p:sldId id="270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7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2501B8D-CFFA-4BA0-BE86-40FE4632C75A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248810B-23CA-451E-9DFF-FDC04CF356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Billing &amp; Stock Management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32" y="2786058"/>
            <a:ext cx="6560234" cy="1752600"/>
          </a:xfrm>
        </p:spPr>
        <p:txBody>
          <a:bodyPr>
            <a:normAutofit/>
          </a:bodyPr>
          <a:lstStyle/>
          <a:p>
            <a:r>
              <a:rPr lang="en-US" dirty="0" smtClean="0"/>
              <a:t>Project Title: Billing and Stock Management </a:t>
            </a:r>
          </a:p>
          <a:p>
            <a:r>
              <a:rPr lang="en-US" dirty="0" err="1" smtClean="0"/>
              <a:t>Dhruvrajsinh</a:t>
            </a:r>
            <a:r>
              <a:rPr lang="en-US" dirty="0" smtClean="0"/>
              <a:t> </a:t>
            </a:r>
            <a:r>
              <a:rPr lang="en-US" dirty="0" err="1" smtClean="0"/>
              <a:t>Chavda</a:t>
            </a:r>
            <a:endParaRPr lang="en-US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64" y="4643446"/>
            <a:ext cx="2031469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project is an Billing and </a:t>
            </a:r>
            <a:r>
              <a:rPr lang="en-US" smtClean="0"/>
              <a:t>Stock Management which </a:t>
            </a:r>
            <a:r>
              <a:rPr lang="en-US" dirty="0" smtClean="0"/>
              <a:t>bills and stores inventory.</a:t>
            </a:r>
          </a:p>
          <a:p>
            <a:r>
              <a:rPr lang="en-US" sz="2400" dirty="0" smtClean="0"/>
              <a:t>This project is an Billing and Stock Management System</a:t>
            </a:r>
            <a:r>
              <a:rPr lang="en-US" sz="2400" b="1" dirty="0" smtClean="0"/>
              <a:t> </a:t>
            </a:r>
            <a:r>
              <a:rPr lang="en-US" sz="2400" dirty="0" smtClean="0"/>
              <a:t>(BMS) built using Python and </a:t>
            </a:r>
            <a:r>
              <a:rPr lang="en-US" sz="2400" dirty="0" err="1" smtClean="0"/>
              <a:t>Tkinter</a:t>
            </a:r>
            <a:r>
              <a:rPr lang="en-US" sz="2400" dirty="0" smtClean="0"/>
              <a:t>, with </a:t>
            </a:r>
            <a:r>
              <a:rPr lang="en-US" sz="2400" dirty="0" err="1" smtClean="0"/>
              <a:t>SQLite</a:t>
            </a:r>
            <a:r>
              <a:rPr lang="en-US" sz="2400" dirty="0" smtClean="0"/>
              <a:t> as the database. It provides a graphical user interface (GUI) for managing different aspects of inventory, including: Employee Management, Supplier Management, Category &amp; Product Management, Sales Tracking, Billing System.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 of Existing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Static Report Generation.</a:t>
            </a:r>
          </a:p>
          <a:p>
            <a:r>
              <a:rPr lang="en-US" dirty="0" smtClean="0"/>
              <a:t>Lack of Online Access.</a:t>
            </a:r>
          </a:p>
          <a:p>
            <a:r>
              <a:rPr lang="en-US" dirty="0" smtClean="0"/>
              <a:t>No support for local businesses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5035" y="3571876"/>
            <a:ext cx="3278965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Better price and wholesale items.</a:t>
            </a:r>
          </a:p>
          <a:p>
            <a:r>
              <a:rPr lang="en-US" dirty="0" smtClean="0"/>
              <a:t>No sell pressure.</a:t>
            </a:r>
          </a:p>
          <a:p>
            <a:r>
              <a:rPr lang="en-US" dirty="0" smtClean="0"/>
              <a:t>The system has provided facility of online billing the bills rather than pen and paper.</a:t>
            </a:r>
          </a:p>
          <a:p>
            <a:r>
              <a:rPr lang="en-US" dirty="0" smtClean="0"/>
              <a:t>The system provide easier and </a:t>
            </a:r>
            <a:r>
              <a:rPr lang="en-US" dirty="0" err="1" smtClean="0"/>
              <a:t>quickiest</a:t>
            </a:r>
            <a:r>
              <a:rPr lang="en-US" dirty="0" smtClean="0"/>
              <a:t> was to provide products related information to customers.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&amp;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Tools: </a:t>
            </a:r>
            <a:r>
              <a:rPr lang="en-US" dirty="0" err="1" smtClean="0"/>
              <a:t>Vscode</a:t>
            </a:r>
            <a:r>
              <a:rPr lang="en-US" dirty="0" smtClean="0"/>
              <a:t> </a:t>
            </a:r>
          </a:p>
          <a:p>
            <a:r>
              <a:rPr lang="en-US" dirty="0" smtClean="0"/>
              <a:t>Technology: </a:t>
            </a:r>
          </a:p>
          <a:p>
            <a:pPr lvl="1"/>
            <a:r>
              <a:rPr lang="en-US" dirty="0" smtClean="0"/>
              <a:t>Front-</a:t>
            </a:r>
            <a:r>
              <a:rPr lang="en-US" dirty="0" err="1" smtClean="0"/>
              <a:t>end:Python</a:t>
            </a:r>
            <a:endParaRPr lang="en-US" dirty="0" smtClean="0"/>
          </a:p>
          <a:p>
            <a:pPr lvl="1"/>
            <a:r>
              <a:rPr lang="en-US" dirty="0" smtClean="0"/>
              <a:t>Back-end: </a:t>
            </a:r>
            <a:r>
              <a:rPr lang="en-US" dirty="0" err="1" smtClean="0"/>
              <a:t>Sqlite</a:t>
            </a:r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class diagram is an illustration of the relationships and source code dependencies among classes in the unified </a:t>
            </a:r>
            <a:r>
              <a:rPr lang="en-US" dirty="0" err="1" smtClean="0"/>
              <a:t>modelling</a:t>
            </a:r>
            <a:r>
              <a:rPr lang="en-US" dirty="0" smtClean="0"/>
              <a:t> language.</a:t>
            </a:r>
          </a:p>
          <a:p>
            <a:pPr>
              <a:buNone/>
            </a:pPr>
            <a:r>
              <a:rPr lang="en-US" dirty="0" smtClean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571481"/>
            <a:ext cx="678661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Use Case Diagram Displays the relationship among actors use cases.</a:t>
            </a:r>
          </a:p>
          <a:p>
            <a:pPr lvl="0"/>
            <a:r>
              <a:rPr lang="en-US" dirty="0" smtClean="0"/>
              <a:t>A use case diagram shows a set of use cases and actors (a special kind of class) and their relationships.</a:t>
            </a:r>
          </a:p>
          <a:p>
            <a:pPr lvl="0"/>
            <a:r>
              <a:rPr lang="en-US" dirty="0" smtClean="0"/>
              <a:t>These diagrams are especially important in organizing and modeling the behaviors of a system.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se Case Diagram.drawio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785918" y="0"/>
            <a:ext cx="4714908" cy="67151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Dictionaries: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Table: employee</a:t>
            </a:r>
            <a:endParaRPr lang="en-US" dirty="0" smtClean="0"/>
          </a:p>
          <a:p>
            <a:r>
              <a:rPr lang="en-US" b="1" dirty="0" smtClean="0"/>
              <a:t>Table: supplier</a:t>
            </a:r>
            <a:r>
              <a:rPr lang="en-US" dirty="0" smtClean="0"/>
              <a:t> </a:t>
            </a:r>
          </a:p>
          <a:p>
            <a:r>
              <a:rPr lang="en-US" b="1" dirty="0" smtClean="0"/>
              <a:t>Table: category</a:t>
            </a:r>
            <a:endParaRPr lang="en-US" dirty="0" smtClean="0"/>
          </a:p>
          <a:p>
            <a:r>
              <a:rPr lang="en-US" b="1" dirty="0" smtClean="0"/>
              <a:t>Table: product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1143000"/>
          </a:xfrm>
        </p:spPr>
        <p:txBody>
          <a:bodyPr/>
          <a:lstStyle/>
          <a:p>
            <a:r>
              <a:rPr lang="en-US" dirty="0" smtClean="0"/>
              <a:t>Screen Layout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1500174"/>
            <a:ext cx="6429420" cy="4951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500166" y="100010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Login Page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85852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Forget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Password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Page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214422"/>
            <a:ext cx="7000924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85852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Dashboard Page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9044" y="1214423"/>
            <a:ext cx="7537797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85852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Employee Page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9044" y="1357298"/>
            <a:ext cx="7752111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85852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Supplier Page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9044" y="1285860"/>
            <a:ext cx="7680673" cy="4286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85852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Category Page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9044" y="1357298"/>
            <a:ext cx="7609235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85852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Products Page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9044" y="1285860"/>
            <a:ext cx="7609235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85852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Sales Page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9044" y="1142984"/>
            <a:ext cx="7609235" cy="4786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85852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Bills Page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9044" y="1285860"/>
            <a:ext cx="7680673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785794"/>
            <a:ext cx="7498080" cy="464347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113</TotalTime>
  <Words>269</Words>
  <Application>Microsoft Office PowerPoint</Application>
  <PresentationFormat>On-screen Show (4:3)</PresentationFormat>
  <Paragraphs>43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Solstice</vt:lpstr>
      <vt:lpstr>Billing &amp; Stock Management </vt:lpstr>
      <vt:lpstr>Introduction to project</vt:lpstr>
      <vt:lpstr>Disadvantages of Existing System</vt:lpstr>
      <vt:lpstr>Proposed System</vt:lpstr>
      <vt:lpstr>Tools &amp; Technologies</vt:lpstr>
      <vt:lpstr>Class Diagram</vt:lpstr>
      <vt:lpstr>Slide 7</vt:lpstr>
      <vt:lpstr>User diagram</vt:lpstr>
      <vt:lpstr>Slide 9</vt:lpstr>
      <vt:lpstr>Data Dictionaries:</vt:lpstr>
      <vt:lpstr>Screen Layout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Thank you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Billing &amp; Stock Management</dc:title>
  <dc:creator>Twisha Contractor</dc:creator>
  <cp:lastModifiedBy>ADMIN</cp:lastModifiedBy>
  <cp:revision>11</cp:revision>
  <dcterms:created xsi:type="dcterms:W3CDTF">2025-04-04T13:58:05Z</dcterms:created>
  <dcterms:modified xsi:type="dcterms:W3CDTF">2025-10-12T14:46:47Z</dcterms:modified>
</cp:coreProperties>
</file>